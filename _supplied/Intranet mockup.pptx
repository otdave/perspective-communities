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59" d="100"/>
          <a:sy n="59" d="100"/>
        </p:scale>
        <p:origin x="964"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17A5FB-4AE9-9937-0089-09575F3F4E1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71581BF6-3FA5-2A33-DBB1-B0F0826CDE0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18AACD6F-D507-B27B-9372-832E0AE508FB}"/>
              </a:ext>
            </a:extLst>
          </p:cNvPr>
          <p:cNvSpPr>
            <a:spLocks noGrp="1"/>
          </p:cNvSpPr>
          <p:nvPr>
            <p:ph type="dt" sz="half" idx="10"/>
          </p:nvPr>
        </p:nvSpPr>
        <p:spPr/>
        <p:txBody>
          <a:bodyPr/>
          <a:lstStyle/>
          <a:p>
            <a:fld id="{FFE5B71B-1917-4D2C-A7AE-DA2E533382D5}" type="datetimeFigureOut">
              <a:rPr lang="en-US" smtClean="0"/>
              <a:t>10/29/2025</a:t>
            </a:fld>
            <a:endParaRPr lang="en-US"/>
          </a:p>
        </p:txBody>
      </p:sp>
      <p:sp>
        <p:nvSpPr>
          <p:cNvPr id="5" name="Footer Placeholder 4">
            <a:extLst>
              <a:ext uri="{FF2B5EF4-FFF2-40B4-BE49-F238E27FC236}">
                <a16:creationId xmlns:a16="http://schemas.microsoft.com/office/drawing/2014/main" id="{E54FE2CC-76D7-087F-9024-F02C759291A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91F344-3249-3EEC-CF41-666F40D833DC}"/>
              </a:ext>
            </a:extLst>
          </p:cNvPr>
          <p:cNvSpPr>
            <a:spLocks noGrp="1"/>
          </p:cNvSpPr>
          <p:nvPr>
            <p:ph type="sldNum" sz="quarter" idx="12"/>
          </p:nvPr>
        </p:nvSpPr>
        <p:spPr/>
        <p:txBody>
          <a:bodyPr/>
          <a:lstStyle/>
          <a:p>
            <a:fld id="{ABDF0B5C-089F-4C05-BF9C-069316E2883A}" type="slidenum">
              <a:rPr lang="en-US" smtClean="0"/>
              <a:t>‹#›</a:t>
            </a:fld>
            <a:endParaRPr lang="en-US"/>
          </a:p>
        </p:txBody>
      </p:sp>
    </p:spTree>
    <p:extLst>
      <p:ext uri="{BB962C8B-B14F-4D97-AF65-F5344CB8AC3E}">
        <p14:creationId xmlns:p14="http://schemas.microsoft.com/office/powerpoint/2010/main" val="31400026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87822E-1416-E519-2217-CACD9A44B8E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B4FCE09-FD22-684A-8222-2CD8D0EBE23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B216CE0-4CC4-7C02-7182-8015FE0CC467}"/>
              </a:ext>
            </a:extLst>
          </p:cNvPr>
          <p:cNvSpPr>
            <a:spLocks noGrp="1"/>
          </p:cNvSpPr>
          <p:nvPr>
            <p:ph type="dt" sz="half" idx="10"/>
          </p:nvPr>
        </p:nvSpPr>
        <p:spPr/>
        <p:txBody>
          <a:bodyPr/>
          <a:lstStyle/>
          <a:p>
            <a:fld id="{FFE5B71B-1917-4D2C-A7AE-DA2E533382D5}" type="datetimeFigureOut">
              <a:rPr lang="en-US" smtClean="0"/>
              <a:t>10/29/2025</a:t>
            </a:fld>
            <a:endParaRPr lang="en-US"/>
          </a:p>
        </p:txBody>
      </p:sp>
      <p:sp>
        <p:nvSpPr>
          <p:cNvPr id="5" name="Footer Placeholder 4">
            <a:extLst>
              <a:ext uri="{FF2B5EF4-FFF2-40B4-BE49-F238E27FC236}">
                <a16:creationId xmlns:a16="http://schemas.microsoft.com/office/drawing/2014/main" id="{B55C6A5E-46B3-6913-A33C-6A420A5861A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56C283-9F0E-1392-0EB9-8B6F42CED733}"/>
              </a:ext>
            </a:extLst>
          </p:cNvPr>
          <p:cNvSpPr>
            <a:spLocks noGrp="1"/>
          </p:cNvSpPr>
          <p:nvPr>
            <p:ph type="sldNum" sz="quarter" idx="12"/>
          </p:nvPr>
        </p:nvSpPr>
        <p:spPr/>
        <p:txBody>
          <a:bodyPr/>
          <a:lstStyle/>
          <a:p>
            <a:fld id="{ABDF0B5C-089F-4C05-BF9C-069316E2883A}" type="slidenum">
              <a:rPr lang="en-US" smtClean="0"/>
              <a:t>‹#›</a:t>
            </a:fld>
            <a:endParaRPr lang="en-US"/>
          </a:p>
        </p:txBody>
      </p:sp>
    </p:spTree>
    <p:extLst>
      <p:ext uri="{BB962C8B-B14F-4D97-AF65-F5344CB8AC3E}">
        <p14:creationId xmlns:p14="http://schemas.microsoft.com/office/powerpoint/2010/main" val="265093809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709FC-558D-8A78-62CC-E7C7EBA790C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AEAD3D8-1448-927E-AF59-11A520A6A01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CED2F84-7FCF-3136-A090-216FB3EC8C2B}"/>
              </a:ext>
            </a:extLst>
          </p:cNvPr>
          <p:cNvSpPr>
            <a:spLocks noGrp="1"/>
          </p:cNvSpPr>
          <p:nvPr>
            <p:ph type="dt" sz="half" idx="10"/>
          </p:nvPr>
        </p:nvSpPr>
        <p:spPr/>
        <p:txBody>
          <a:bodyPr/>
          <a:lstStyle/>
          <a:p>
            <a:fld id="{FFE5B71B-1917-4D2C-A7AE-DA2E533382D5}" type="datetimeFigureOut">
              <a:rPr lang="en-US" smtClean="0"/>
              <a:t>10/29/2025</a:t>
            </a:fld>
            <a:endParaRPr lang="en-US"/>
          </a:p>
        </p:txBody>
      </p:sp>
      <p:sp>
        <p:nvSpPr>
          <p:cNvPr id="5" name="Footer Placeholder 4">
            <a:extLst>
              <a:ext uri="{FF2B5EF4-FFF2-40B4-BE49-F238E27FC236}">
                <a16:creationId xmlns:a16="http://schemas.microsoft.com/office/drawing/2014/main" id="{E834FA06-8D65-F1CE-9A4E-88ACDCC7B77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60E4B1B-1B9A-575A-35CE-FE3DEA393D72}"/>
              </a:ext>
            </a:extLst>
          </p:cNvPr>
          <p:cNvSpPr>
            <a:spLocks noGrp="1"/>
          </p:cNvSpPr>
          <p:nvPr>
            <p:ph type="sldNum" sz="quarter" idx="12"/>
          </p:nvPr>
        </p:nvSpPr>
        <p:spPr/>
        <p:txBody>
          <a:bodyPr/>
          <a:lstStyle/>
          <a:p>
            <a:fld id="{ABDF0B5C-089F-4C05-BF9C-069316E2883A}" type="slidenum">
              <a:rPr lang="en-US" smtClean="0"/>
              <a:t>‹#›</a:t>
            </a:fld>
            <a:endParaRPr lang="en-US"/>
          </a:p>
        </p:txBody>
      </p:sp>
    </p:spTree>
    <p:extLst>
      <p:ext uri="{BB962C8B-B14F-4D97-AF65-F5344CB8AC3E}">
        <p14:creationId xmlns:p14="http://schemas.microsoft.com/office/powerpoint/2010/main" val="39828980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85B7E1-EC58-B441-AFFE-ABAA046FCAC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F2BA263-8044-8EBC-5301-9D56D5888669}"/>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C633B66B-57AA-25D9-FE5A-1C12A0541B3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D29FD5E-15C0-2875-41E8-B61D1884E336}"/>
              </a:ext>
            </a:extLst>
          </p:cNvPr>
          <p:cNvSpPr>
            <a:spLocks noGrp="1"/>
          </p:cNvSpPr>
          <p:nvPr>
            <p:ph type="dt" sz="half" idx="10"/>
          </p:nvPr>
        </p:nvSpPr>
        <p:spPr/>
        <p:txBody>
          <a:bodyPr/>
          <a:lstStyle/>
          <a:p>
            <a:fld id="{FFE5B71B-1917-4D2C-A7AE-DA2E533382D5}" type="datetimeFigureOut">
              <a:rPr lang="en-US" smtClean="0"/>
              <a:t>10/29/2025</a:t>
            </a:fld>
            <a:endParaRPr lang="en-US"/>
          </a:p>
        </p:txBody>
      </p:sp>
      <p:sp>
        <p:nvSpPr>
          <p:cNvPr id="6" name="Footer Placeholder 5">
            <a:extLst>
              <a:ext uri="{FF2B5EF4-FFF2-40B4-BE49-F238E27FC236}">
                <a16:creationId xmlns:a16="http://schemas.microsoft.com/office/drawing/2014/main" id="{4846447C-F579-3B27-5AB4-48B73CC1746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4446F12-E492-1A99-A7E3-8EBCE62BE9B1}"/>
              </a:ext>
            </a:extLst>
          </p:cNvPr>
          <p:cNvSpPr>
            <a:spLocks noGrp="1"/>
          </p:cNvSpPr>
          <p:nvPr>
            <p:ph type="sldNum" sz="quarter" idx="12"/>
          </p:nvPr>
        </p:nvSpPr>
        <p:spPr/>
        <p:txBody>
          <a:bodyPr/>
          <a:lstStyle/>
          <a:p>
            <a:fld id="{ABDF0B5C-089F-4C05-BF9C-069316E2883A}" type="slidenum">
              <a:rPr lang="en-US" smtClean="0"/>
              <a:t>‹#›</a:t>
            </a:fld>
            <a:endParaRPr lang="en-US"/>
          </a:p>
        </p:txBody>
      </p:sp>
    </p:spTree>
    <p:extLst>
      <p:ext uri="{BB962C8B-B14F-4D97-AF65-F5344CB8AC3E}">
        <p14:creationId xmlns:p14="http://schemas.microsoft.com/office/powerpoint/2010/main" val="124207273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EED331-2F58-8319-8DBD-FB1748D6623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4FF1BF34-C048-225C-E4B0-C80D42458D8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6EE5DC4-0FC5-DD0B-7035-59C3AF044A5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48D92CA-922A-77D8-D55D-7F08DA5F19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8685CE0-74C5-E040-A509-C97E69D0F33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1AD04EE-EB56-C24E-F0CE-EEA25CD9247A}"/>
              </a:ext>
            </a:extLst>
          </p:cNvPr>
          <p:cNvSpPr>
            <a:spLocks noGrp="1"/>
          </p:cNvSpPr>
          <p:nvPr>
            <p:ph type="dt" sz="half" idx="10"/>
          </p:nvPr>
        </p:nvSpPr>
        <p:spPr/>
        <p:txBody>
          <a:bodyPr/>
          <a:lstStyle/>
          <a:p>
            <a:fld id="{FFE5B71B-1917-4D2C-A7AE-DA2E533382D5}" type="datetimeFigureOut">
              <a:rPr lang="en-US" smtClean="0"/>
              <a:t>10/29/2025</a:t>
            </a:fld>
            <a:endParaRPr lang="en-US"/>
          </a:p>
        </p:txBody>
      </p:sp>
      <p:sp>
        <p:nvSpPr>
          <p:cNvPr id="8" name="Footer Placeholder 7">
            <a:extLst>
              <a:ext uri="{FF2B5EF4-FFF2-40B4-BE49-F238E27FC236}">
                <a16:creationId xmlns:a16="http://schemas.microsoft.com/office/drawing/2014/main" id="{629C72CC-C059-EA20-8DC2-F85C6072B1EA}"/>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4C17044-3233-60BA-0143-0FC263E43E67}"/>
              </a:ext>
            </a:extLst>
          </p:cNvPr>
          <p:cNvSpPr>
            <a:spLocks noGrp="1"/>
          </p:cNvSpPr>
          <p:nvPr>
            <p:ph type="sldNum" sz="quarter" idx="12"/>
          </p:nvPr>
        </p:nvSpPr>
        <p:spPr/>
        <p:txBody>
          <a:bodyPr/>
          <a:lstStyle/>
          <a:p>
            <a:fld id="{ABDF0B5C-089F-4C05-BF9C-069316E2883A}" type="slidenum">
              <a:rPr lang="en-US" smtClean="0"/>
              <a:t>‹#›</a:t>
            </a:fld>
            <a:endParaRPr lang="en-US"/>
          </a:p>
        </p:txBody>
      </p:sp>
    </p:spTree>
    <p:extLst>
      <p:ext uri="{BB962C8B-B14F-4D97-AF65-F5344CB8AC3E}">
        <p14:creationId xmlns:p14="http://schemas.microsoft.com/office/powerpoint/2010/main" val="178886529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F8525-A710-1CC2-A214-1AA2D5E5AE86}"/>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6AE92BAF-91D7-F57C-062D-EBC704F8A368}"/>
              </a:ext>
            </a:extLst>
          </p:cNvPr>
          <p:cNvSpPr>
            <a:spLocks noGrp="1"/>
          </p:cNvSpPr>
          <p:nvPr>
            <p:ph type="dt" sz="half" idx="10"/>
          </p:nvPr>
        </p:nvSpPr>
        <p:spPr/>
        <p:txBody>
          <a:bodyPr/>
          <a:lstStyle/>
          <a:p>
            <a:fld id="{FFE5B71B-1917-4D2C-A7AE-DA2E533382D5}" type="datetimeFigureOut">
              <a:rPr lang="en-US" smtClean="0"/>
              <a:t>10/29/2025</a:t>
            </a:fld>
            <a:endParaRPr lang="en-US"/>
          </a:p>
        </p:txBody>
      </p:sp>
      <p:sp>
        <p:nvSpPr>
          <p:cNvPr id="4" name="Footer Placeholder 3">
            <a:extLst>
              <a:ext uri="{FF2B5EF4-FFF2-40B4-BE49-F238E27FC236}">
                <a16:creationId xmlns:a16="http://schemas.microsoft.com/office/drawing/2014/main" id="{9AA4A27F-3691-37B4-3383-5910C057D384}"/>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06D5B00-EE97-204F-E536-9A8C16866059}"/>
              </a:ext>
            </a:extLst>
          </p:cNvPr>
          <p:cNvSpPr>
            <a:spLocks noGrp="1"/>
          </p:cNvSpPr>
          <p:nvPr>
            <p:ph type="sldNum" sz="quarter" idx="12"/>
          </p:nvPr>
        </p:nvSpPr>
        <p:spPr/>
        <p:txBody>
          <a:bodyPr/>
          <a:lstStyle/>
          <a:p>
            <a:fld id="{ABDF0B5C-089F-4C05-BF9C-069316E2883A}" type="slidenum">
              <a:rPr lang="en-US" smtClean="0"/>
              <a:t>‹#›</a:t>
            </a:fld>
            <a:endParaRPr lang="en-US"/>
          </a:p>
        </p:txBody>
      </p:sp>
    </p:spTree>
    <p:extLst>
      <p:ext uri="{BB962C8B-B14F-4D97-AF65-F5344CB8AC3E}">
        <p14:creationId xmlns:p14="http://schemas.microsoft.com/office/powerpoint/2010/main" val="41482119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3CB1D95-4CEB-D814-6082-984A10F21599}"/>
              </a:ext>
            </a:extLst>
          </p:cNvPr>
          <p:cNvSpPr>
            <a:spLocks noGrp="1"/>
          </p:cNvSpPr>
          <p:nvPr>
            <p:ph type="dt" sz="half" idx="10"/>
          </p:nvPr>
        </p:nvSpPr>
        <p:spPr/>
        <p:txBody>
          <a:bodyPr/>
          <a:lstStyle/>
          <a:p>
            <a:fld id="{FFE5B71B-1917-4D2C-A7AE-DA2E533382D5}" type="datetimeFigureOut">
              <a:rPr lang="en-US" smtClean="0"/>
              <a:t>10/29/2025</a:t>
            </a:fld>
            <a:endParaRPr lang="en-US"/>
          </a:p>
        </p:txBody>
      </p:sp>
      <p:sp>
        <p:nvSpPr>
          <p:cNvPr id="3" name="Footer Placeholder 2">
            <a:extLst>
              <a:ext uri="{FF2B5EF4-FFF2-40B4-BE49-F238E27FC236}">
                <a16:creationId xmlns:a16="http://schemas.microsoft.com/office/drawing/2014/main" id="{72F2EC96-E981-5397-FDD1-5500B0493C2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0413AC14-CAA2-509C-7B74-1A1BE09E257E}"/>
              </a:ext>
            </a:extLst>
          </p:cNvPr>
          <p:cNvSpPr>
            <a:spLocks noGrp="1"/>
          </p:cNvSpPr>
          <p:nvPr>
            <p:ph type="sldNum" sz="quarter" idx="12"/>
          </p:nvPr>
        </p:nvSpPr>
        <p:spPr/>
        <p:txBody>
          <a:bodyPr/>
          <a:lstStyle/>
          <a:p>
            <a:fld id="{ABDF0B5C-089F-4C05-BF9C-069316E2883A}" type="slidenum">
              <a:rPr lang="en-US" smtClean="0"/>
              <a:t>‹#›</a:t>
            </a:fld>
            <a:endParaRPr lang="en-US"/>
          </a:p>
        </p:txBody>
      </p:sp>
    </p:spTree>
    <p:extLst>
      <p:ext uri="{BB962C8B-B14F-4D97-AF65-F5344CB8AC3E}">
        <p14:creationId xmlns:p14="http://schemas.microsoft.com/office/powerpoint/2010/main" val="11876398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93FA9E-4D11-07BE-58D6-37D2481B907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A8CC5D2-B754-04D1-ABFA-F53E79A2312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EEE8688-1D21-FFB8-D0B4-7EB54E9FDDC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DB3AF3E-DEC5-13DD-973F-0D969DC80EFD}"/>
              </a:ext>
            </a:extLst>
          </p:cNvPr>
          <p:cNvSpPr>
            <a:spLocks noGrp="1"/>
          </p:cNvSpPr>
          <p:nvPr>
            <p:ph type="dt" sz="half" idx="10"/>
          </p:nvPr>
        </p:nvSpPr>
        <p:spPr/>
        <p:txBody>
          <a:bodyPr/>
          <a:lstStyle/>
          <a:p>
            <a:fld id="{FFE5B71B-1917-4D2C-A7AE-DA2E533382D5}" type="datetimeFigureOut">
              <a:rPr lang="en-US" smtClean="0"/>
              <a:t>10/29/2025</a:t>
            </a:fld>
            <a:endParaRPr lang="en-US"/>
          </a:p>
        </p:txBody>
      </p:sp>
      <p:sp>
        <p:nvSpPr>
          <p:cNvPr id="6" name="Footer Placeholder 5">
            <a:extLst>
              <a:ext uri="{FF2B5EF4-FFF2-40B4-BE49-F238E27FC236}">
                <a16:creationId xmlns:a16="http://schemas.microsoft.com/office/drawing/2014/main" id="{58EBFE8B-E9A0-26F7-5110-C4F0BD097E0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E730B7E-01D6-415E-ED14-FB12161732EE}"/>
              </a:ext>
            </a:extLst>
          </p:cNvPr>
          <p:cNvSpPr>
            <a:spLocks noGrp="1"/>
          </p:cNvSpPr>
          <p:nvPr>
            <p:ph type="sldNum" sz="quarter" idx="12"/>
          </p:nvPr>
        </p:nvSpPr>
        <p:spPr/>
        <p:txBody>
          <a:bodyPr/>
          <a:lstStyle/>
          <a:p>
            <a:fld id="{ABDF0B5C-089F-4C05-BF9C-069316E2883A}" type="slidenum">
              <a:rPr lang="en-US" smtClean="0"/>
              <a:t>‹#›</a:t>
            </a:fld>
            <a:endParaRPr lang="en-US"/>
          </a:p>
        </p:txBody>
      </p:sp>
    </p:spTree>
    <p:extLst>
      <p:ext uri="{BB962C8B-B14F-4D97-AF65-F5344CB8AC3E}">
        <p14:creationId xmlns:p14="http://schemas.microsoft.com/office/powerpoint/2010/main" val="330689214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950136-CBA2-F15B-AE43-91E753C6778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6F28104C-0608-14A1-C95E-2EBE7C54662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293AC95E-22FA-93E7-1153-76B33959D2D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FB44E6C-7EF7-B376-1ACC-76C7C9777DBC}"/>
              </a:ext>
            </a:extLst>
          </p:cNvPr>
          <p:cNvSpPr>
            <a:spLocks noGrp="1"/>
          </p:cNvSpPr>
          <p:nvPr>
            <p:ph type="dt" sz="half" idx="10"/>
          </p:nvPr>
        </p:nvSpPr>
        <p:spPr/>
        <p:txBody>
          <a:bodyPr/>
          <a:lstStyle/>
          <a:p>
            <a:fld id="{FFE5B71B-1917-4D2C-A7AE-DA2E533382D5}" type="datetimeFigureOut">
              <a:rPr lang="en-US" smtClean="0"/>
              <a:t>10/29/2025</a:t>
            </a:fld>
            <a:endParaRPr lang="en-US"/>
          </a:p>
        </p:txBody>
      </p:sp>
      <p:sp>
        <p:nvSpPr>
          <p:cNvPr id="6" name="Footer Placeholder 5">
            <a:extLst>
              <a:ext uri="{FF2B5EF4-FFF2-40B4-BE49-F238E27FC236}">
                <a16:creationId xmlns:a16="http://schemas.microsoft.com/office/drawing/2014/main" id="{4153474E-0E9C-A484-CCC1-467DF7D80E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B3179DC-6995-D67D-B8E5-5D21D687BF37}"/>
              </a:ext>
            </a:extLst>
          </p:cNvPr>
          <p:cNvSpPr>
            <a:spLocks noGrp="1"/>
          </p:cNvSpPr>
          <p:nvPr>
            <p:ph type="sldNum" sz="quarter" idx="12"/>
          </p:nvPr>
        </p:nvSpPr>
        <p:spPr/>
        <p:txBody>
          <a:bodyPr/>
          <a:lstStyle/>
          <a:p>
            <a:fld id="{ABDF0B5C-089F-4C05-BF9C-069316E2883A}" type="slidenum">
              <a:rPr lang="en-US" smtClean="0"/>
              <a:t>‹#›</a:t>
            </a:fld>
            <a:endParaRPr lang="en-US"/>
          </a:p>
        </p:txBody>
      </p:sp>
    </p:spTree>
    <p:extLst>
      <p:ext uri="{BB962C8B-B14F-4D97-AF65-F5344CB8AC3E}">
        <p14:creationId xmlns:p14="http://schemas.microsoft.com/office/powerpoint/2010/main" val="29020253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8B58AD-4C05-F865-CD3B-2DF33EA920F5}"/>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CEA9FF05-0381-0369-051A-630B7F58455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D962634-90DB-DC58-C955-E1387F7EC075}"/>
              </a:ext>
            </a:extLst>
          </p:cNvPr>
          <p:cNvSpPr>
            <a:spLocks noGrp="1"/>
          </p:cNvSpPr>
          <p:nvPr>
            <p:ph type="dt" sz="half" idx="10"/>
          </p:nvPr>
        </p:nvSpPr>
        <p:spPr/>
        <p:txBody>
          <a:bodyPr/>
          <a:lstStyle/>
          <a:p>
            <a:fld id="{FFE5B71B-1917-4D2C-A7AE-DA2E533382D5}" type="datetimeFigureOut">
              <a:rPr lang="en-US" smtClean="0"/>
              <a:t>10/29/2025</a:t>
            </a:fld>
            <a:endParaRPr lang="en-US"/>
          </a:p>
        </p:txBody>
      </p:sp>
      <p:sp>
        <p:nvSpPr>
          <p:cNvPr id="5" name="Footer Placeholder 4">
            <a:extLst>
              <a:ext uri="{FF2B5EF4-FFF2-40B4-BE49-F238E27FC236}">
                <a16:creationId xmlns:a16="http://schemas.microsoft.com/office/drawing/2014/main" id="{13E2D9B6-4CAA-C41F-66E2-43EF718D9F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D2BCBB9-DD12-2F1E-A15C-085321933C7D}"/>
              </a:ext>
            </a:extLst>
          </p:cNvPr>
          <p:cNvSpPr>
            <a:spLocks noGrp="1"/>
          </p:cNvSpPr>
          <p:nvPr>
            <p:ph type="sldNum" sz="quarter" idx="12"/>
          </p:nvPr>
        </p:nvSpPr>
        <p:spPr/>
        <p:txBody>
          <a:bodyPr/>
          <a:lstStyle/>
          <a:p>
            <a:fld id="{ABDF0B5C-089F-4C05-BF9C-069316E2883A}" type="slidenum">
              <a:rPr lang="en-US" smtClean="0"/>
              <a:t>‹#›</a:t>
            </a:fld>
            <a:endParaRPr lang="en-US"/>
          </a:p>
        </p:txBody>
      </p:sp>
    </p:spTree>
    <p:extLst>
      <p:ext uri="{BB962C8B-B14F-4D97-AF65-F5344CB8AC3E}">
        <p14:creationId xmlns:p14="http://schemas.microsoft.com/office/powerpoint/2010/main" val="9179810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7A0E01F-86B1-95EE-26C6-803DE865777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0A96E1D-1152-F409-EB44-A654BDF74F9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945740-C1B6-EE96-99F7-3282E2CEC365}"/>
              </a:ext>
            </a:extLst>
          </p:cNvPr>
          <p:cNvSpPr>
            <a:spLocks noGrp="1"/>
          </p:cNvSpPr>
          <p:nvPr>
            <p:ph type="dt" sz="half" idx="10"/>
          </p:nvPr>
        </p:nvSpPr>
        <p:spPr/>
        <p:txBody>
          <a:bodyPr/>
          <a:lstStyle/>
          <a:p>
            <a:fld id="{FFE5B71B-1917-4D2C-A7AE-DA2E533382D5}" type="datetimeFigureOut">
              <a:rPr lang="en-US" smtClean="0"/>
              <a:t>10/29/2025</a:t>
            </a:fld>
            <a:endParaRPr lang="en-US"/>
          </a:p>
        </p:txBody>
      </p:sp>
      <p:sp>
        <p:nvSpPr>
          <p:cNvPr id="5" name="Footer Placeholder 4">
            <a:extLst>
              <a:ext uri="{FF2B5EF4-FFF2-40B4-BE49-F238E27FC236}">
                <a16:creationId xmlns:a16="http://schemas.microsoft.com/office/drawing/2014/main" id="{29720589-CD97-AB86-027C-C83AD16CC7E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79E87D3-3835-B90C-12E4-5D4895297081}"/>
              </a:ext>
            </a:extLst>
          </p:cNvPr>
          <p:cNvSpPr>
            <a:spLocks noGrp="1"/>
          </p:cNvSpPr>
          <p:nvPr>
            <p:ph type="sldNum" sz="quarter" idx="12"/>
          </p:nvPr>
        </p:nvSpPr>
        <p:spPr/>
        <p:txBody>
          <a:bodyPr/>
          <a:lstStyle/>
          <a:p>
            <a:fld id="{ABDF0B5C-089F-4C05-BF9C-069316E2883A}" type="slidenum">
              <a:rPr lang="en-US" smtClean="0"/>
              <a:t>‹#›</a:t>
            </a:fld>
            <a:endParaRPr lang="en-US"/>
          </a:p>
        </p:txBody>
      </p:sp>
    </p:spTree>
    <p:extLst>
      <p:ext uri="{BB962C8B-B14F-4D97-AF65-F5344CB8AC3E}">
        <p14:creationId xmlns:p14="http://schemas.microsoft.com/office/powerpoint/2010/main" val="10644940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78B43F4-D36E-8017-FDB9-F09ADDB0676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15EFD8E2-2418-BA46-6898-CF50A819095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266B3A5-D159-F429-89CB-E55EA42AF0E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FE5B71B-1917-4D2C-A7AE-DA2E533382D5}" type="datetimeFigureOut">
              <a:rPr lang="en-US" smtClean="0"/>
              <a:t>10/29/2025</a:t>
            </a:fld>
            <a:endParaRPr lang="en-US"/>
          </a:p>
        </p:txBody>
      </p:sp>
      <p:sp>
        <p:nvSpPr>
          <p:cNvPr id="5" name="Footer Placeholder 4">
            <a:extLst>
              <a:ext uri="{FF2B5EF4-FFF2-40B4-BE49-F238E27FC236}">
                <a16:creationId xmlns:a16="http://schemas.microsoft.com/office/drawing/2014/main" id="{1466018F-9CE7-B6BC-E7E5-AEA226EE151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0D55444-9F38-2F7F-C5BA-9ED5EAC9583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BDF0B5C-089F-4C05-BF9C-069316E2883A}" type="slidenum">
              <a:rPr lang="en-US" smtClean="0"/>
              <a:t>‹#›</a:t>
            </a:fld>
            <a:endParaRPr lang="en-US"/>
          </a:p>
        </p:txBody>
      </p:sp>
    </p:spTree>
    <p:extLst>
      <p:ext uri="{BB962C8B-B14F-4D97-AF65-F5344CB8AC3E}">
        <p14:creationId xmlns:p14="http://schemas.microsoft.com/office/powerpoint/2010/main" val="17611715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youtu.be/0BCfWR9rOGQ" TargetMode="Externa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 name="TextBox 37">
            <a:extLst>
              <a:ext uri="{FF2B5EF4-FFF2-40B4-BE49-F238E27FC236}">
                <a16:creationId xmlns:a16="http://schemas.microsoft.com/office/drawing/2014/main" id="{636C52B6-F082-CF55-06FA-51371B28C238}"/>
              </a:ext>
            </a:extLst>
          </p:cNvPr>
          <p:cNvSpPr txBox="1"/>
          <p:nvPr/>
        </p:nvSpPr>
        <p:spPr>
          <a:xfrm>
            <a:off x="206835" y="5580123"/>
            <a:ext cx="2928257" cy="954107"/>
          </a:xfrm>
          <a:prstGeom prst="rect">
            <a:avLst/>
          </a:prstGeom>
          <a:noFill/>
          <a:ln>
            <a:solidFill>
              <a:schemeClr val="tx1"/>
            </a:solidFill>
          </a:ln>
        </p:spPr>
        <p:txBody>
          <a:bodyPr wrap="square" rtlCol="0">
            <a:spAutoFit/>
          </a:bodyPr>
          <a:lstStyle/>
          <a:p>
            <a:r>
              <a:rPr lang="en-US" sz="1400" b="1" dirty="0"/>
              <a:t>Community Resources</a:t>
            </a:r>
          </a:p>
          <a:p>
            <a:r>
              <a:rPr lang="en-US" sz="1400" u="sng" dirty="0">
                <a:solidFill>
                  <a:srgbClr val="0070C0"/>
                </a:solidFill>
              </a:rPr>
              <a:t>Tableau</a:t>
            </a:r>
          </a:p>
          <a:p>
            <a:r>
              <a:rPr lang="en-US" sz="1400" u="sng" dirty="0">
                <a:solidFill>
                  <a:srgbClr val="0070C0"/>
                </a:solidFill>
              </a:rPr>
              <a:t>Getting Started</a:t>
            </a:r>
          </a:p>
          <a:p>
            <a:r>
              <a:rPr lang="en-US" sz="1400" u="sng" dirty="0">
                <a:solidFill>
                  <a:srgbClr val="0070C0"/>
                </a:solidFill>
              </a:rPr>
              <a:t>Employee-Only area</a:t>
            </a:r>
          </a:p>
        </p:txBody>
      </p:sp>
      <p:sp>
        <p:nvSpPr>
          <p:cNvPr id="4" name="Rectangle 3">
            <a:extLst>
              <a:ext uri="{FF2B5EF4-FFF2-40B4-BE49-F238E27FC236}">
                <a16:creationId xmlns:a16="http://schemas.microsoft.com/office/drawing/2014/main" id="{5C3B08C0-2BF9-743B-2DC2-C394F8034017}"/>
              </a:ext>
            </a:extLst>
          </p:cNvPr>
          <p:cNvSpPr/>
          <p:nvPr/>
        </p:nvSpPr>
        <p:spPr>
          <a:xfrm>
            <a:off x="76200" y="598714"/>
            <a:ext cx="3145971" cy="6106886"/>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ectangle 4">
            <a:extLst>
              <a:ext uri="{FF2B5EF4-FFF2-40B4-BE49-F238E27FC236}">
                <a16:creationId xmlns:a16="http://schemas.microsoft.com/office/drawing/2014/main" id="{74128E1C-DAC2-18A6-B2C7-539D94DA2934}"/>
              </a:ext>
            </a:extLst>
          </p:cNvPr>
          <p:cNvSpPr/>
          <p:nvPr/>
        </p:nvSpPr>
        <p:spPr>
          <a:xfrm>
            <a:off x="3516086" y="598714"/>
            <a:ext cx="5159828" cy="6106886"/>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F46B66BC-C451-6769-3800-431298BC6CD5}"/>
              </a:ext>
            </a:extLst>
          </p:cNvPr>
          <p:cNvSpPr/>
          <p:nvPr/>
        </p:nvSpPr>
        <p:spPr>
          <a:xfrm>
            <a:off x="8969829" y="598714"/>
            <a:ext cx="3145971" cy="6106886"/>
          </a:xfrm>
          <a:prstGeom prst="rect">
            <a:avLst/>
          </a:prstGeom>
          <a:no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A77B2800-A03B-25DF-3983-C12E368359A1}"/>
              </a:ext>
            </a:extLst>
          </p:cNvPr>
          <p:cNvSpPr txBox="1"/>
          <p:nvPr/>
        </p:nvSpPr>
        <p:spPr>
          <a:xfrm>
            <a:off x="152400" y="718457"/>
            <a:ext cx="2928257" cy="2677656"/>
          </a:xfrm>
          <a:prstGeom prst="rect">
            <a:avLst/>
          </a:prstGeom>
          <a:noFill/>
          <a:ln>
            <a:solidFill>
              <a:schemeClr val="tx1"/>
            </a:solidFill>
          </a:ln>
        </p:spPr>
        <p:txBody>
          <a:bodyPr wrap="square" rtlCol="0">
            <a:spAutoFit/>
          </a:bodyPr>
          <a:lstStyle/>
          <a:p>
            <a:r>
              <a:rPr lang="en-US" sz="1400" b="1" dirty="0"/>
              <a:t>Team/Responsibilities/Contact</a:t>
            </a:r>
          </a:p>
          <a:p>
            <a:r>
              <a:rPr lang="en-US" sz="1400" dirty="0"/>
              <a:t>Jennifer Colquhoun, Senior Director</a:t>
            </a:r>
            <a:br>
              <a:rPr lang="en-US" sz="1400" dirty="0"/>
            </a:br>
            <a:endParaRPr lang="en-US" sz="1400" dirty="0"/>
          </a:p>
          <a:p>
            <a:r>
              <a:rPr lang="en-US" sz="1400" dirty="0"/>
              <a:t>Michelle Tom, Manager</a:t>
            </a:r>
            <a:br>
              <a:rPr lang="en-US" sz="1400" dirty="0"/>
            </a:br>
            <a:endParaRPr lang="en-US" sz="1400" dirty="0"/>
          </a:p>
          <a:p>
            <a:r>
              <a:rPr lang="en-US" sz="1400" dirty="0"/>
              <a:t>Raquel Winkler, Strategy Lead, OSM</a:t>
            </a:r>
            <a:br>
              <a:rPr lang="en-US" sz="1400" dirty="0"/>
            </a:br>
            <a:endParaRPr lang="en-US" sz="1400" dirty="0"/>
          </a:p>
          <a:p>
            <a:r>
              <a:rPr lang="en-US" sz="1400" dirty="0"/>
              <a:t>Caroline Oest, Portfolio, Experience, Data Analytics</a:t>
            </a:r>
            <a:br>
              <a:rPr lang="en-US" sz="1400" dirty="0"/>
            </a:br>
            <a:endParaRPr lang="en-US" sz="1400" dirty="0"/>
          </a:p>
          <a:p>
            <a:r>
              <a:rPr lang="en-US" sz="1400" dirty="0"/>
              <a:t>Heather Caldwell, DevOps, IoT, Super User Program</a:t>
            </a:r>
          </a:p>
        </p:txBody>
      </p:sp>
      <p:sp>
        <p:nvSpPr>
          <p:cNvPr id="8" name="TextBox 7">
            <a:extLst>
              <a:ext uri="{FF2B5EF4-FFF2-40B4-BE49-F238E27FC236}">
                <a16:creationId xmlns:a16="http://schemas.microsoft.com/office/drawing/2014/main" id="{B244DFF5-1185-4667-F595-F6E537190AAC}"/>
              </a:ext>
            </a:extLst>
          </p:cNvPr>
          <p:cNvSpPr txBox="1"/>
          <p:nvPr/>
        </p:nvSpPr>
        <p:spPr>
          <a:xfrm>
            <a:off x="152399" y="3804403"/>
            <a:ext cx="2928257" cy="1384995"/>
          </a:xfrm>
          <a:prstGeom prst="rect">
            <a:avLst/>
          </a:prstGeom>
          <a:noFill/>
          <a:ln>
            <a:solidFill>
              <a:schemeClr val="tx1"/>
            </a:solidFill>
          </a:ln>
        </p:spPr>
        <p:txBody>
          <a:bodyPr wrap="square" rtlCol="0">
            <a:spAutoFit/>
          </a:bodyPr>
          <a:lstStyle/>
          <a:p>
            <a:r>
              <a:rPr lang="en-US" sz="1400" b="1" dirty="0"/>
              <a:t>Latest Community News</a:t>
            </a:r>
          </a:p>
          <a:p>
            <a:endParaRPr lang="en-US" sz="1400" b="1" dirty="0"/>
          </a:p>
          <a:p>
            <a:r>
              <a:rPr lang="en-US" sz="1400" u="sng" dirty="0">
                <a:solidFill>
                  <a:srgbClr val="0070C0"/>
                </a:solidFill>
              </a:rPr>
              <a:t>Welcome new Super Users</a:t>
            </a:r>
          </a:p>
          <a:p>
            <a:r>
              <a:rPr lang="en-US" sz="1400" u="sng" dirty="0">
                <a:solidFill>
                  <a:srgbClr val="0070C0"/>
                </a:solidFill>
              </a:rPr>
              <a:t>AI in the community, blah blah blah</a:t>
            </a:r>
          </a:p>
          <a:p>
            <a:r>
              <a:rPr lang="en-US" sz="1400" u="sng" dirty="0" err="1">
                <a:solidFill>
                  <a:srgbClr val="0070C0"/>
                </a:solidFill>
              </a:rPr>
              <a:t>Sldkjfsldkfjsldfj</a:t>
            </a:r>
            <a:endParaRPr lang="en-US" sz="1400" u="sng" dirty="0">
              <a:solidFill>
                <a:srgbClr val="0070C0"/>
              </a:solidFill>
            </a:endParaRPr>
          </a:p>
          <a:p>
            <a:r>
              <a:rPr lang="en-US" sz="1400" u="sng" dirty="0" err="1">
                <a:solidFill>
                  <a:srgbClr val="0070C0"/>
                </a:solidFill>
              </a:rPr>
              <a:t>lskdjflksdjffds</a:t>
            </a:r>
            <a:endParaRPr lang="en-US" sz="1400" u="sng" dirty="0">
              <a:solidFill>
                <a:srgbClr val="0070C0"/>
              </a:solidFill>
            </a:endParaRPr>
          </a:p>
        </p:txBody>
      </p:sp>
      <p:sp>
        <p:nvSpPr>
          <p:cNvPr id="15" name="TextBox 14">
            <a:extLst>
              <a:ext uri="{FF2B5EF4-FFF2-40B4-BE49-F238E27FC236}">
                <a16:creationId xmlns:a16="http://schemas.microsoft.com/office/drawing/2014/main" id="{6C493D66-FE53-2FD6-DDB2-A383C31D3E93}"/>
              </a:ext>
            </a:extLst>
          </p:cNvPr>
          <p:cNvSpPr txBox="1"/>
          <p:nvPr/>
        </p:nvSpPr>
        <p:spPr>
          <a:xfrm>
            <a:off x="119743" y="76570"/>
            <a:ext cx="10472057" cy="461665"/>
          </a:xfrm>
          <a:prstGeom prst="rect">
            <a:avLst/>
          </a:prstGeom>
          <a:noFill/>
        </p:spPr>
        <p:txBody>
          <a:bodyPr wrap="square" rtlCol="0">
            <a:spAutoFit/>
          </a:bodyPr>
          <a:lstStyle/>
          <a:p>
            <a:r>
              <a:rPr lang="en-US" sz="2400" b="1" dirty="0"/>
              <a:t>Intranet Mockup</a:t>
            </a:r>
          </a:p>
        </p:txBody>
      </p:sp>
      <p:sp>
        <p:nvSpPr>
          <p:cNvPr id="16" name="TextBox 15">
            <a:extLst>
              <a:ext uri="{FF2B5EF4-FFF2-40B4-BE49-F238E27FC236}">
                <a16:creationId xmlns:a16="http://schemas.microsoft.com/office/drawing/2014/main" id="{0027C056-70AD-CD37-B57C-19445233A278}"/>
              </a:ext>
            </a:extLst>
          </p:cNvPr>
          <p:cNvSpPr txBox="1"/>
          <p:nvPr/>
        </p:nvSpPr>
        <p:spPr>
          <a:xfrm>
            <a:off x="3646714" y="685797"/>
            <a:ext cx="4898572" cy="2231380"/>
          </a:xfrm>
          <a:prstGeom prst="rect">
            <a:avLst/>
          </a:prstGeom>
          <a:noFill/>
          <a:ln>
            <a:solidFill>
              <a:schemeClr val="tx1"/>
            </a:solidFill>
          </a:ln>
        </p:spPr>
        <p:txBody>
          <a:bodyPr wrap="square" rtlCol="0">
            <a:spAutoFit/>
          </a:bodyPr>
          <a:lstStyle/>
          <a:p>
            <a:r>
              <a:rPr lang="en-US" sz="1100" b="1" dirty="0"/>
              <a:t>Overview</a:t>
            </a:r>
          </a:p>
          <a:p>
            <a:r>
              <a:rPr lang="en-US" sz="1100" dirty="0"/>
              <a:t>The OpenText Community is an exceptional pool of knowledge where our users (customers, partners, and consultants) can ask and answer questions in the forums, submit product enhancement ideas, read knowledge docs/support tips/events/news, and read/comment on technical blogs. </a:t>
            </a:r>
          </a:p>
          <a:p>
            <a:endParaRPr lang="en-US" sz="1100" dirty="0"/>
          </a:p>
          <a:p>
            <a:r>
              <a:rPr lang="en-US" sz="1100" dirty="0"/>
              <a:t>We are ready to support your product, marketing, and sales goals by working with you to create community activities to support your team. </a:t>
            </a:r>
          </a:p>
          <a:p>
            <a:endParaRPr lang="en-US" sz="1100" dirty="0"/>
          </a:p>
          <a:p>
            <a:r>
              <a:rPr lang="en-US" sz="1100" dirty="0"/>
              <a:t>Watch our video to learn more:</a:t>
            </a:r>
          </a:p>
          <a:p>
            <a:endParaRPr lang="en-US" sz="1100" dirty="0"/>
          </a:p>
          <a:p>
            <a:r>
              <a:rPr lang="en-US" sz="1100" dirty="0"/>
              <a:t>Insert: </a:t>
            </a:r>
            <a:r>
              <a:rPr lang="en-US" dirty="0">
                <a:hlinkClick r:id="rId2" tooltip="Share link"/>
              </a:rPr>
              <a:t>https://youtu.be/0BCfWR9rOGQ</a:t>
            </a:r>
            <a:endParaRPr lang="en-US" sz="1100" dirty="0"/>
          </a:p>
        </p:txBody>
      </p:sp>
      <p:sp>
        <p:nvSpPr>
          <p:cNvPr id="18" name="TextBox 17">
            <a:extLst>
              <a:ext uri="{FF2B5EF4-FFF2-40B4-BE49-F238E27FC236}">
                <a16:creationId xmlns:a16="http://schemas.microsoft.com/office/drawing/2014/main" id="{D9E6A487-9682-BF9C-2426-C16F0E697408}"/>
              </a:ext>
            </a:extLst>
          </p:cNvPr>
          <p:cNvSpPr txBox="1"/>
          <p:nvPr/>
        </p:nvSpPr>
        <p:spPr>
          <a:xfrm>
            <a:off x="3646714" y="2991843"/>
            <a:ext cx="4898572" cy="3570208"/>
          </a:xfrm>
          <a:prstGeom prst="rect">
            <a:avLst/>
          </a:prstGeom>
          <a:noFill/>
          <a:ln>
            <a:solidFill>
              <a:schemeClr val="tx1"/>
            </a:solidFill>
          </a:ln>
        </p:spPr>
        <p:txBody>
          <a:bodyPr wrap="square" rtlCol="0">
            <a:spAutoFit/>
          </a:bodyPr>
          <a:lstStyle/>
          <a:p>
            <a:r>
              <a:rPr lang="en-US" sz="1400" b="1" dirty="0"/>
              <a:t>Menu of Services</a:t>
            </a:r>
          </a:p>
          <a:p>
            <a:r>
              <a:rPr lang="en-US" sz="1200" dirty="0"/>
              <a:t>To get started with any of the requests, simply click on the link and complete the fillable form. We look forward to working with you!</a:t>
            </a:r>
            <a:br>
              <a:rPr lang="en-US" sz="1200" dirty="0"/>
            </a:br>
            <a:endParaRPr lang="en-US" sz="1200" dirty="0"/>
          </a:p>
          <a:p>
            <a:endParaRPr lang="en-US" sz="1200" b="1" dirty="0"/>
          </a:p>
          <a:p>
            <a:endParaRPr lang="en-US" sz="1200" b="1" dirty="0"/>
          </a:p>
          <a:p>
            <a:endParaRPr lang="en-US" sz="1200" b="1" dirty="0"/>
          </a:p>
          <a:p>
            <a:endParaRPr lang="en-US" sz="1400" b="1" dirty="0"/>
          </a:p>
          <a:p>
            <a:endParaRPr lang="en-US" sz="1400" b="1" dirty="0"/>
          </a:p>
          <a:p>
            <a:endParaRPr lang="en-US" sz="1400" b="1" dirty="0"/>
          </a:p>
          <a:p>
            <a:endParaRPr lang="en-US" sz="1400" b="1" dirty="0"/>
          </a:p>
          <a:p>
            <a:endParaRPr lang="en-US" sz="1400" b="1" dirty="0"/>
          </a:p>
          <a:p>
            <a:endParaRPr lang="en-US" sz="1400" b="1" dirty="0"/>
          </a:p>
          <a:p>
            <a:endParaRPr lang="en-US" sz="1400" b="1" dirty="0"/>
          </a:p>
          <a:p>
            <a:endParaRPr lang="en-US" sz="1400" b="1" dirty="0"/>
          </a:p>
          <a:p>
            <a:endParaRPr lang="en-US" sz="1400" b="1" dirty="0"/>
          </a:p>
          <a:p>
            <a:endParaRPr lang="en-US" sz="1400" b="1" dirty="0"/>
          </a:p>
        </p:txBody>
      </p:sp>
      <p:sp>
        <p:nvSpPr>
          <p:cNvPr id="19" name="Rectangle 18">
            <a:extLst>
              <a:ext uri="{FF2B5EF4-FFF2-40B4-BE49-F238E27FC236}">
                <a16:creationId xmlns:a16="http://schemas.microsoft.com/office/drawing/2014/main" id="{AD47A663-184E-F375-AC1B-2D5C4BD272EC}"/>
              </a:ext>
            </a:extLst>
          </p:cNvPr>
          <p:cNvSpPr/>
          <p:nvPr/>
        </p:nvSpPr>
        <p:spPr>
          <a:xfrm>
            <a:off x="3831785" y="3804403"/>
            <a:ext cx="1077686" cy="789375"/>
          </a:xfrm>
          <a:prstGeom prst="rect">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New community</a:t>
            </a:r>
          </a:p>
        </p:txBody>
      </p:sp>
      <p:sp>
        <p:nvSpPr>
          <p:cNvPr id="20" name="Rectangle 19">
            <a:extLst>
              <a:ext uri="{FF2B5EF4-FFF2-40B4-BE49-F238E27FC236}">
                <a16:creationId xmlns:a16="http://schemas.microsoft.com/office/drawing/2014/main" id="{E3A4177F-E1ED-32AE-A002-14CD7ED7ABDC}"/>
              </a:ext>
            </a:extLst>
          </p:cNvPr>
          <p:cNvSpPr/>
          <p:nvPr/>
        </p:nvSpPr>
        <p:spPr>
          <a:xfrm>
            <a:off x="5007438" y="3793517"/>
            <a:ext cx="1077686" cy="789375"/>
          </a:xfrm>
          <a:prstGeom prst="rect">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New idea exchange</a:t>
            </a:r>
          </a:p>
        </p:txBody>
      </p:sp>
      <p:sp>
        <p:nvSpPr>
          <p:cNvPr id="21" name="Rectangle 20">
            <a:extLst>
              <a:ext uri="{FF2B5EF4-FFF2-40B4-BE49-F238E27FC236}">
                <a16:creationId xmlns:a16="http://schemas.microsoft.com/office/drawing/2014/main" id="{67A21491-DB4E-9F9B-9319-43FD9383C0F7}"/>
              </a:ext>
            </a:extLst>
          </p:cNvPr>
          <p:cNvSpPr/>
          <p:nvPr/>
        </p:nvSpPr>
        <p:spPr>
          <a:xfrm>
            <a:off x="6183091" y="3804403"/>
            <a:ext cx="1077686" cy="789375"/>
          </a:xfrm>
          <a:prstGeom prst="rect">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New forum</a:t>
            </a:r>
          </a:p>
        </p:txBody>
      </p:sp>
      <p:sp>
        <p:nvSpPr>
          <p:cNvPr id="22" name="Rectangle 21">
            <a:extLst>
              <a:ext uri="{FF2B5EF4-FFF2-40B4-BE49-F238E27FC236}">
                <a16:creationId xmlns:a16="http://schemas.microsoft.com/office/drawing/2014/main" id="{D4EBFCBA-EBA1-D188-BD7D-16C746250DC6}"/>
              </a:ext>
            </a:extLst>
          </p:cNvPr>
          <p:cNvSpPr/>
          <p:nvPr/>
        </p:nvSpPr>
        <p:spPr>
          <a:xfrm>
            <a:off x="7358744" y="3804403"/>
            <a:ext cx="1077686" cy="789375"/>
          </a:xfrm>
          <a:prstGeom prst="rect">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New blog</a:t>
            </a:r>
          </a:p>
        </p:txBody>
      </p:sp>
      <p:sp>
        <p:nvSpPr>
          <p:cNvPr id="23" name="Rectangle 22">
            <a:extLst>
              <a:ext uri="{FF2B5EF4-FFF2-40B4-BE49-F238E27FC236}">
                <a16:creationId xmlns:a16="http://schemas.microsoft.com/office/drawing/2014/main" id="{6B7F573D-39AD-795B-B93E-578A4FDC681C}"/>
              </a:ext>
            </a:extLst>
          </p:cNvPr>
          <p:cNvSpPr/>
          <p:nvPr/>
        </p:nvSpPr>
        <p:spPr>
          <a:xfrm>
            <a:off x="3842661" y="4700973"/>
            <a:ext cx="1077686" cy="789375"/>
          </a:xfrm>
          <a:prstGeom prst="rect">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New group</a:t>
            </a:r>
          </a:p>
        </p:txBody>
      </p:sp>
      <p:sp>
        <p:nvSpPr>
          <p:cNvPr id="24" name="Rectangle 23">
            <a:extLst>
              <a:ext uri="{FF2B5EF4-FFF2-40B4-BE49-F238E27FC236}">
                <a16:creationId xmlns:a16="http://schemas.microsoft.com/office/drawing/2014/main" id="{420B57B6-C6C0-3445-FFFE-822E16FEEEE3}"/>
              </a:ext>
            </a:extLst>
          </p:cNvPr>
          <p:cNvSpPr/>
          <p:nvPr/>
        </p:nvSpPr>
        <p:spPr>
          <a:xfrm>
            <a:off x="5018314" y="4690087"/>
            <a:ext cx="1077686" cy="789375"/>
          </a:xfrm>
          <a:prstGeom prst="rect">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New private area</a:t>
            </a:r>
          </a:p>
        </p:txBody>
      </p:sp>
      <p:sp>
        <p:nvSpPr>
          <p:cNvPr id="25" name="Rectangle 24">
            <a:extLst>
              <a:ext uri="{FF2B5EF4-FFF2-40B4-BE49-F238E27FC236}">
                <a16:creationId xmlns:a16="http://schemas.microsoft.com/office/drawing/2014/main" id="{EE2BF762-63DB-1A26-C4DE-EFEFF72AFA9D}"/>
              </a:ext>
            </a:extLst>
          </p:cNvPr>
          <p:cNvSpPr/>
          <p:nvPr/>
        </p:nvSpPr>
        <p:spPr>
          <a:xfrm>
            <a:off x="6193967" y="4700973"/>
            <a:ext cx="1077686" cy="789375"/>
          </a:xfrm>
          <a:prstGeom prst="rect">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New event</a:t>
            </a:r>
          </a:p>
        </p:txBody>
      </p:sp>
      <p:sp>
        <p:nvSpPr>
          <p:cNvPr id="26" name="Rectangle 25">
            <a:extLst>
              <a:ext uri="{FF2B5EF4-FFF2-40B4-BE49-F238E27FC236}">
                <a16:creationId xmlns:a16="http://schemas.microsoft.com/office/drawing/2014/main" id="{AE984CCC-C10E-F94E-3C9C-BFFF0E26E706}"/>
              </a:ext>
            </a:extLst>
          </p:cNvPr>
          <p:cNvSpPr/>
          <p:nvPr/>
        </p:nvSpPr>
        <p:spPr>
          <a:xfrm>
            <a:off x="7369620" y="4700973"/>
            <a:ext cx="1077686" cy="789375"/>
          </a:xfrm>
          <a:prstGeom prst="rect">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Version Upgrade page</a:t>
            </a:r>
          </a:p>
        </p:txBody>
      </p:sp>
      <p:sp>
        <p:nvSpPr>
          <p:cNvPr id="27" name="Rectangle 26">
            <a:extLst>
              <a:ext uri="{FF2B5EF4-FFF2-40B4-BE49-F238E27FC236}">
                <a16:creationId xmlns:a16="http://schemas.microsoft.com/office/drawing/2014/main" id="{E28D462B-99F0-48A1-1B83-C02BFA382FBD}"/>
              </a:ext>
            </a:extLst>
          </p:cNvPr>
          <p:cNvSpPr/>
          <p:nvPr/>
        </p:nvSpPr>
        <p:spPr>
          <a:xfrm>
            <a:off x="3820899" y="5623851"/>
            <a:ext cx="1077686" cy="789375"/>
          </a:xfrm>
          <a:prstGeom prst="rect">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Request Customer Insights Report</a:t>
            </a:r>
          </a:p>
        </p:txBody>
      </p:sp>
      <p:sp>
        <p:nvSpPr>
          <p:cNvPr id="28" name="Rectangle 27">
            <a:extLst>
              <a:ext uri="{FF2B5EF4-FFF2-40B4-BE49-F238E27FC236}">
                <a16:creationId xmlns:a16="http://schemas.microsoft.com/office/drawing/2014/main" id="{7AA83F28-83F5-9B3F-382B-559AC35E01CD}"/>
              </a:ext>
            </a:extLst>
          </p:cNvPr>
          <p:cNvSpPr/>
          <p:nvPr/>
        </p:nvSpPr>
        <p:spPr>
          <a:xfrm>
            <a:off x="4996552" y="5612965"/>
            <a:ext cx="1077686" cy="789375"/>
          </a:xfrm>
          <a:prstGeom prst="rect">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Request Metrics</a:t>
            </a:r>
          </a:p>
        </p:txBody>
      </p:sp>
      <p:sp>
        <p:nvSpPr>
          <p:cNvPr id="29" name="Rectangle 28">
            <a:extLst>
              <a:ext uri="{FF2B5EF4-FFF2-40B4-BE49-F238E27FC236}">
                <a16:creationId xmlns:a16="http://schemas.microsoft.com/office/drawing/2014/main" id="{76D235A5-CBD6-FD65-66CE-1623597852FE}"/>
              </a:ext>
            </a:extLst>
          </p:cNvPr>
          <p:cNvSpPr/>
          <p:nvPr/>
        </p:nvSpPr>
        <p:spPr>
          <a:xfrm>
            <a:off x="6161324" y="5623851"/>
            <a:ext cx="1077686" cy="789375"/>
          </a:xfrm>
          <a:prstGeom prst="rect">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Request Survey/Poll</a:t>
            </a:r>
          </a:p>
        </p:txBody>
      </p:sp>
      <p:sp>
        <p:nvSpPr>
          <p:cNvPr id="30" name="Rectangle 29">
            <a:extLst>
              <a:ext uri="{FF2B5EF4-FFF2-40B4-BE49-F238E27FC236}">
                <a16:creationId xmlns:a16="http://schemas.microsoft.com/office/drawing/2014/main" id="{C4EAE50A-93C3-443B-4081-0651AAB2A6D2}"/>
              </a:ext>
            </a:extLst>
          </p:cNvPr>
          <p:cNvSpPr/>
          <p:nvPr/>
        </p:nvSpPr>
        <p:spPr>
          <a:xfrm>
            <a:off x="7358748" y="5634737"/>
            <a:ext cx="1077686" cy="789375"/>
          </a:xfrm>
          <a:prstGeom prst="rect">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Request Wiki article</a:t>
            </a:r>
          </a:p>
        </p:txBody>
      </p:sp>
      <p:sp>
        <p:nvSpPr>
          <p:cNvPr id="31" name="TextBox 30">
            <a:extLst>
              <a:ext uri="{FF2B5EF4-FFF2-40B4-BE49-F238E27FC236}">
                <a16:creationId xmlns:a16="http://schemas.microsoft.com/office/drawing/2014/main" id="{9EBB73C3-4F78-DD03-6A2A-5C15E2C110FC}"/>
              </a:ext>
            </a:extLst>
          </p:cNvPr>
          <p:cNvSpPr txBox="1"/>
          <p:nvPr/>
        </p:nvSpPr>
        <p:spPr>
          <a:xfrm>
            <a:off x="9078685" y="718457"/>
            <a:ext cx="2928257" cy="5909310"/>
          </a:xfrm>
          <a:prstGeom prst="rect">
            <a:avLst/>
          </a:prstGeom>
          <a:noFill/>
          <a:ln>
            <a:solidFill>
              <a:schemeClr val="tx1"/>
            </a:solidFill>
          </a:ln>
        </p:spPr>
        <p:txBody>
          <a:bodyPr wrap="square" rtlCol="0">
            <a:spAutoFit/>
          </a:bodyPr>
          <a:lstStyle/>
          <a:p>
            <a:r>
              <a:rPr lang="en-US" sz="1400" b="1" dirty="0"/>
              <a:t>Metrics Dashboard </a:t>
            </a:r>
            <a:r>
              <a:rPr lang="en-US" sz="1050" b="1" dirty="0"/>
              <a:t>(Changes monthly)</a:t>
            </a:r>
            <a:br>
              <a:rPr lang="en-US" sz="1050" b="1" dirty="0"/>
            </a:br>
            <a:endParaRPr lang="en-US" sz="1400" b="1" dirty="0"/>
          </a:p>
          <a:p>
            <a:endParaRPr lang="en-US" sz="1400" b="1" dirty="0"/>
          </a:p>
          <a:p>
            <a:endParaRPr lang="en-US" sz="1400" b="1" dirty="0"/>
          </a:p>
          <a:p>
            <a:endParaRPr lang="en-US" sz="1400" b="1" dirty="0"/>
          </a:p>
          <a:p>
            <a:endParaRPr lang="en-US" sz="1400" b="1" dirty="0"/>
          </a:p>
          <a:p>
            <a:endParaRPr lang="en-US" sz="1400" b="1" dirty="0"/>
          </a:p>
          <a:p>
            <a:endParaRPr lang="en-US" sz="1400" b="1" dirty="0"/>
          </a:p>
          <a:p>
            <a:endParaRPr lang="en-US" sz="1400" b="1" dirty="0"/>
          </a:p>
          <a:p>
            <a:endParaRPr lang="en-US" sz="1400" b="1" dirty="0"/>
          </a:p>
          <a:p>
            <a:endParaRPr lang="en-US" sz="1400" b="1" dirty="0"/>
          </a:p>
          <a:p>
            <a:endParaRPr lang="en-US" sz="1400" b="1" dirty="0"/>
          </a:p>
          <a:p>
            <a:endParaRPr lang="en-US" sz="1400" b="1" dirty="0"/>
          </a:p>
          <a:p>
            <a:endParaRPr lang="en-US" sz="1400" b="1" dirty="0"/>
          </a:p>
          <a:p>
            <a:endParaRPr lang="en-US" sz="1400" b="1" dirty="0"/>
          </a:p>
          <a:p>
            <a:endParaRPr lang="en-US" sz="1400" b="1" dirty="0"/>
          </a:p>
          <a:p>
            <a:endParaRPr lang="en-US" sz="1400" b="1" dirty="0"/>
          </a:p>
          <a:p>
            <a:endParaRPr lang="en-US" sz="1400" b="1" dirty="0"/>
          </a:p>
          <a:p>
            <a:endParaRPr lang="en-US" sz="1400" b="1" dirty="0"/>
          </a:p>
          <a:p>
            <a:endParaRPr lang="en-US" sz="1400" b="1" dirty="0"/>
          </a:p>
          <a:p>
            <a:endParaRPr lang="en-US" sz="1400" b="1" dirty="0"/>
          </a:p>
          <a:p>
            <a:endParaRPr lang="en-US" sz="1400" b="1" dirty="0"/>
          </a:p>
          <a:p>
            <a:endParaRPr lang="en-US" sz="1400" b="1" dirty="0"/>
          </a:p>
          <a:p>
            <a:endParaRPr lang="en-US" sz="1400" b="1" dirty="0"/>
          </a:p>
          <a:p>
            <a:endParaRPr lang="en-US" sz="1400" b="1" dirty="0"/>
          </a:p>
          <a:p>
            <a:endParaRPr lang="en-US" sz="1400" b="1" dirty="0"/>
          </a:p>
          <a:p>
            <a:endParaRPr lang="en-US" sz="1400" b="1" dirty="0"/>
          </a:p>
        </p:txBody>
      </p:sp>
      <p:sp>
        <p:nvSpPr>
          <p:cNvPr id="32" name="Rectangle 31">
            <a:extLst>
              <a:ext uri="{FF2B5EF4-FFF2-40B4-BE49-F238E27FC236}">
                <a16:creationId xmlns:a16="http://schemas.microsoft.com/office/drawing/2014/main" id="{C7A6DBE7-3078-4057-5DE0-1D9E03B9CAC9}"/>
              </a:ext>
            </a:extLst>
          </p:cNvPr>
          <p:cNvSpPr/>
          <p:nvPr/>
        </p:nvSpPr>
        <p:spPr>
          <a:xfrm>
            <a:off x="9187555" y="1128666"/>
            <a:ext cx="2732301" cy="789375"/>
          </a:xfrm>
          <a:prstGeom prst="rect">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Overall Highlight</a:t>
            </a:r>
          </a:p>
        </p:txBody>
      </p:sp>
      <p:sp>
        <p:nvSpPr>
          <p:cNvPr id="33" name="Rectangle 32">
            <a:extLst>
              <a:ext uri="{FF2B5EF4-FFF2-40B4-BE49-F238E27FC236}">
                <a16:creationId xmlns:a16="http://schemas.microsoft.com/office/drawing/2014/main" id="{9C0E3845-D5F1-6445-93C8-78D880A45135}"/>
              </a:ext>
            </a:extLst>
          </p:cNvPr>
          <p:cNvSpPr/>
          <p:nvPr/>
        </p:nvSpPr>
        <p:spPr>
          <a:xfrm>
            <a:off x="9176662" y="2043950"/>
            <a:ext cx="2732301" cy="789375"/>
          </a:xfrm>
          <a:prstGeom prst="rect">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OSM Highlight</a:t>
            </a:r>
          </a:p>
        </p:txBody>
      </p:sp>
      <p:sp>
        <p:nvSpPr>
          <p:cNvPr id="34" name="Rectangle 33">
            <a:extLst>
              <a:ext uri="{FF2B5EF4-FFF2-40B4-BE49-F238E27FC236}">
                <a16:creationId xmlns:a16="http://schemas.microsoft.com/office/drawing/2014/main" id="{9D393592-BE00-A3AE-3F53-962ECC7B52AE}"/>
              </a:ext>
            </a:extLst>
          </p:cNvPr>
          <p:cNvSpPr/>
          <p:nvPr/>
        </p:nvSpPr>
        <p:spPr>
          <a:xfrm>
            <a:off x="9176661" y="2957878"/>
            <a:ext cx="2732301" cy="789375"/>
          </a:xfrm>
          <a:prstGeom prst="rect">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DevOps Cloud Highlight</a:t>
            </a:r>
          </a:p>
        </p:txBody>
      </p:sp>
      <p:sp>
        <p:nvSpPr>
          <p:cNvPr id="35" name="Rectangle 34">
            <a:extLst>
              <a:ext uri="{FF2B5EF4-FFF2-40B4-BE49-F238E27FC236}">
                <a16:creationId xmlns:a16="http://schemas.microsoft.com/office/drawing/2014/main" id="{36129BE4-4B30-669C-58E9-7BAF730609B9}"/>
              </a:ext>
            </a:extLst>
          </p:cNvPr>
          <p:cNvSpPr/>
          <p:nvPr/>
        </p:nvSpPr>
        <p:spPr>
          <a:xfrm>
            <a:off x="9187555" y="3884476"/>
            <a:ext cx="2732301" cy="789375"/>
          </a:xfrm>
          <a:prstGeom prst="rect">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Cybersecurity Highlight</a:t>
            </a:r>
          </a:p>
        </p:txBody>
      </p:sp>
      <p:sp>
        <p:nvSpPr>
          <p:cNvPr id="36" name="Rectangle 35">
            <a:extLst>
              <a:ext uri="{FF2B5EF4-FFF2-40B4-BE49-F238E27FC236}">
                <a16:creationId xmlns:a16="http://schemas.microsoft.com/office/drawing/2014/main" id="{256996F2-92AE-4DB8-5E28-E65A47F9D9DF}"/>
              </a:ext>
            </a:extLst>
          </p:cNvPr>
          <p:cNvSpPr/>
          <p:nvPr/>
        </p:nvSpPr>
        <p:spPr>
          <a:xfrm>
            <a:off x="9176661" y="4791819"/>
            <a:ext cx="2732301" cy="789375"/>
          </a:xfrm>
          <a:prstGeom prst="rect">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Portfolio Highlight</a:t>
            </a:r>
          </a:p>
        </p:txBody>
      </p:sp>
      <p:sp>
        <p:nvSpPr>
          <p:cNvPr id="37" name="Rectangle 36">
            <a:extLst>
              <a:ext uri="{FF2B5EF4-FFF2-40B4-BE49-F238E27FC236}">
                <a16:creationId xmlns:a16="http://schemas.microsoft.com/office/drawing/2014/main" id="{C4F5D607-4A73-0371-9A7E-D31EB90A30A8}"/>
              </a:ext>
            </a:extLst>
          </p:cNvPr>
          <p:cNvSpPr/>
          <p:nvPr/>
        </p:nvSpPr>
        <p:spPr>
          <a:xfrm>
            <a:off x="9176661" y="5744855"/>
            <a:ext cx="2732301" cy="789375"/>
          </a:xfrm>
          <a:prstGeom prst="rect">
            <a:avLst/>
          </a:prstGeom>
          <a:solidFill>
            <a:schemeClr val="tx2">
              <a:lumMod val="75000"/>
              <a:lumOff val="2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100" dirty="0"/>
              <a:t>Etc. Etc. Highlight</a:t>
            </a:r>
          </a:p>
        </p:txBody>
      </p:sp>
    </p:spTree>
    <p:extLst>
      <p:ext uri="{BB962C8B-B14F-4D97-AF65-F5344CB8AC3E}">
        <p14:creationId xmlns:p14="http://schemas.microsoft.com/office/powerpoint/2010/main" val="178493076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650</TotalTime>
  <Words>253</Words>
  <Application>Microsoft Office PowerPoint</Application>
  <PresentationFormat>Widescreen</PresentationFormat>
  <Paragraphs>80</Paragraphs>
  <Slides>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vt:i4>
      </vt:variant>
    </vt:vector>
  </HeadingPairs>
  <TitlesOfParts>
    <vt:vector size="5" baseType="lpstr">
      <vt:lpstr>Aptos</vt:lpstr>
      <vt:lpstr>Aptos Display</vt:lpstr>
      <vt:lpstr>Arial</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Heather Caldwell</dc:creator>
  <cp:lastModifiedBy>Heather Caldwell</cp:lastModifiedBy>
  <cp:revision>3</cp:revision>
  <dcterms:created xsi:type="dcterms:W3CDTF">2025-09-23T19:16:31Z</dcterms:created>
  <dcterms:modified xsi:type="dcterms:W3CDTF">2025-10-29T19:20:25Z</dcterms:modified>
</cp:coreProperties>
</file>